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3"/>
    <p:restoredTop sz="94689"/>
  </p:normalViewPr>
  <p:slideViewPr>
    <p:cSldViewPr snapToGrid="0">
      <p:cViewPr>
        <p:scale>
          <a:sx n="115" d="100"/>
          <a:sy n="115" d="100"/>
        </p:scale>
        <p:origin x="229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7571-4BEB-B43C-B990-1BF851090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42752-7AAF-226F-A6A6-3926EC74B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61B4-DF10-20E3-3487-3E091B14B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2902D-DA33-B74B-4FA0-A6BB0EDE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6205-6C67-5872-E142-07A7063B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49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09A2-2E0C-5A9A-9212-1EC8C05F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B9956-FDB7-12E1-7057-14710D9F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0A386-92B1-A36D-6ABB-D7515822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5343-6F5D-64A4-99B0-B3FBA5BB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28C8D-46CD-5D0A-30BD-58CEAA52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350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E4CF-D54F-0A41-C180-B9B94A39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DB6B2-3033-B11C-00F8-6AE160571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92FF-0F61-F921-828D-268809F5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3DC6-A201-DD73-BFED-D649DB22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62C27-D28F-F088-5AC4-22E89DE8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418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307C-A792-9018-56E1-7D7CEA8F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A955-6835-7B12-2E92-6AE310A67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965FC-0246-63AD-A0EB-0BD199BFA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17369-7A0F-B556-4F79-3EE92382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BA7E1-0497-F991-88BD-C41B1EA0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443E7-2268-5E4E-6742-26B298F5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764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5A7D-0BF7-AFCF-A280-D30F4BC2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F9917-5E3C-6FA2-A51D-8E858FC6A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F44D7-AB58-4DE2-634E-76395FE79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62066-D770-7FBC-F639-640E3DAA1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D13B-807C-882C-E3F9-7CD01AB97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F5FA0-1956-2586-15A6-A6AD9CD0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8BC5B-8C86-9B22-DB0E-64F5826A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3E226-F201-F2CB-C380-BB1256E2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15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9CF9-0439-2792-C49D-7F94225A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17AB3-FEEA-AC16-829A-446E743F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7F4EE-7017-FC59-A97F-851FF42B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BE8E3-1846-725E-F899-15096C9CA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105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E1C61-D3DA-C2BE-1BB1-2D78BC4A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D8E53-92CC-F3DF-FD50-E15030AA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DF0AA-3C6F-92FC-5324-F6D10CCE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8362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C0CA-3A23-2CD0-CFC3-2143E68F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BD5DC-F723-A843-4FA6-FA52005EE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8B2B-AA79-007E-63C8-E2C03BB42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620FF-AFD4-1340-911B-42F19087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3D82B-3ABF-65D3-64C6-9FDFFF4D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717AF-9719-F1FF-935A-6E4C8FD7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5740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ECFBC-E9A6-5853-DCF5-DED4E08B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DD276-5814-DFD2-55A2-58F4AD679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EAEB1-00EB-1B5C-1A00-5C479006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3F01A-13D3-1676-8C93-16B36213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8CD2E-7AC3-70AD-84DE-926622F4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1ECF7-BB42-28E3-D8B4-AEBFAD8F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975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6B00-CACD-6D44-4BE3-CE6073E51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A289C-B8B3-6C65-0BA1-E2943D632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3966-F169-A9F1-81D5-A3E91433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69F9-40BB-2729-2C4B-16D1C7FB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C3B5-6415-8CF6-FE5B-AD19CA1B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1021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1B7593-2F61-3C9D-9426-47487C8AE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85B35-AF88-7E5D-EBF6-A4CDEB52C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F55BB-ADCE-7F7A-D9AA-A1E2C305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8823-BB45-9FF5-BAC1-07012CB3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572E0-4573-45D2-5F22-9016D2DB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6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74F91-D3BB-BD42-2758-EA00AC35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F15CE-00D8-CA15-65E8-3C0FABA84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98A84-7420-F7CF-BF08-BA9254598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B9D48-DB54-1B4D-99CB-F294222A39F9}" type="datetimeFigureOut">
              <a:rPr lang="en-AE" smtClean="0"/>
              <a:t>07/05/2025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F07EA-9A39-490D-0771-68F8DF7DA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2228-A149-2DFC-8B26-194A5D39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2DB0F-9E9F-3C42-8C1D-79834DC81C7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2748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18AEE3AD-F8CC-6B7F-2878-C26EC133B5F2}"/>
              </a:ext>
            </a:extLst>
          </p:cNvPr>
          <p:cNvSpPr/>
          <p:nvPr/>
        </p:nvSpPr>
        <p:spPr>
          <a:xfrm>
            <a:off x="4752751" y="5882328"/>
            <a:ext cx="1786271" cy="71238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19A0D-6655-7592-A7E7-7230D767EE7C}"/>
              </a:ext>
            </a:extLst>
          </p:cNvPr>
          <p:cNvSpPr txBox="1"/>
          <p:nvPr/>
        </p:nvSpPr>
        <p:spPr>
          <a:xfrm>
            <a:off x="6634716" y="6163822"/>
            <a:ext cx="584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</a:t>
            </a:r>
            <a:r>
              <a:rPr lang="en-AE" sz="1100" dirty="0"/>
              <a:t>ysql</a:t>
            </a:r>
          </a:p>
          <a:p>
            <a:r>
              <a:rPr lang="en-AE" sz="1100" dirty="0"/>
              <a:t>repo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BF760-14F7-948F-E19E-B9CC1E32CF1C}"/>
              </a:ext>
            </a:extLst>
          </p:cNvPr>
          <p:cNvSpPr/>
          <p:nvPr/>
        </p:nvSpPr>
        <p:spPr>
          <a:xfrm>
            <a:off x="861237" y="4848446"/>
            <a:ext cx="9930810" cy="5847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DBManager</a:t>
            </a:r>
          </a:p>
          <a:p>
            <a:pPr algn="ctr"/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AD7F6-B6F4-CC5F-EBF4-CD022ED032AC}"/>
              </a:ext>
            </a:extLst>
          </p:cNvPr>
          <p:cNvSpPr txBox="1"/>
          <p:nvPr/>
        </p:nvSpPr>
        <p:spPr>
          <a:xfrm>
            <a:off x="308344" y="244549"/>
            <a:ext cx="201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dirty="0"/>
              <a:t>BUY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B4B51-7C3C-979C-8E0E-89BBD5C4DB0F}"/>
              </a:ext>
            </a:extLst>
          </p:cNvPr>
          <p:cNvSpPr/>
          <p:nvPr/>
        </p:nvSpPr>
        <p:spPr>
          <a:xfrm>
            <a:off x="4837815" y="2316494"/>
            <a:ext cx="1977653" cy="8293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Market Listner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96DC5356-D526-C187-9178-AB98F1593F1A}"/>
              </a:ext>
            </a:extLst>
          </p:cNvPr>
          <p:cNvSpPr/>
          <p:nvPr/>
        </p:nvSpPr>
        <p:spPr>
          <a:xfrm>
            <a:off x="10621926" y="2009554"/>
            <a:ext cx="1297172" cy="1051220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/>
              <a:t>PAPER</a:t>
            </a:r>
          </a:p>
          <a:p>
            <a:pPr algn="ctr"/>
            <a:r>
              <a:rPr lang="en-AE" dirty="0"/>
              <a:t>wss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F339B99E-6565-7709-E325-621FFB6258F3}"/>
              </a:ext>
            </a:extLst>
          </p:cNvPr>
          <p:cNvSpPr/>
          <p:nvPr/>
        </p:nvSpPr>
        <p:spPr>
          <a:xfrm>
            <a:off x="10621926" y="753359"/>
            <a:ext cx="1297172" cy="105122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solidFill>
                  <a:srgbClr val="FF0000"/>
                </a:solidFill>
              </a:rPr>
              <a:t>LIVE</a:t>
            </a:r>
          </a:p>
          <a:p>
            <a:pPr algn="ctr"/>
            <a:r>
              <a:rPr lang="en-AE" dirty="0">
                <a:solidFill>
                  <a:srgbClr val="FF0000"/>
                </a:solidFill>
              </a:rPr>
              <a:t>wss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2218959F-2872-2835-20C2-FEA25F97F542}"/>
              </a:ext>
            </a:extLst>
          </p:cNvPr>
          <p:cNvSpPr/>
          <p:nvPr/>
        </p:nvSpPr>
        <p:spPr>
          <a:xfrm>
            <a:off x="10621926" y="3264346"/>
            <a:ext cx="1371600" cy="1051220"/>
          </a:xfrm>
          <a:prstGeom prst="clou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/>
              <a:t>LOCAL</a:t>
            </a:r>
          </a:p>
          <a:p>
            <a:pPr algn="ctr"/>
            <a:r>
              <a:rPr lang="en-AE" dirty="0"/>
              <a:t>ws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2BD9C8-0A7A-10EB-B437-708F34406A09}"/>
              </a:ext>
            </a:extLst>
          </p:cNvPr>
          <p:cNvCxnSpPr/>
          <p:nvPr/>
        </p:nvCxnSpPr>
        <p:spPr>
          <a:xfrm>
            <a:off x="6953693" y="2668772"/>
            <a:ext cx="3136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F8B9D5-3E83-3AF5-C799-E0CBD79EE61F}"/>
              </a:ext>
            </a:extLst>
          </p:cNvPr>
          <p:cNvSpPr txBox="1"/>
          <p:nvPr/>
        </p:nvSpPr>
        <p:spPr>
          <a:xfrm>
            <a:off x="7139760" y="2404359"/>
            <a:ext cx="1589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 Auth and Subscribe</a:t>
            </a:r>
            <a:endParaRPr lang="en-AE" sz="11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6BDC1B-F815-3CC6-7CC1-8ECF6FB4655F}"/>
              </a:ext>
            </a:extLst>
          </p:cNvPr>
          <p:cNvCxnSpPr>
            <a:cxnSpLocks/>
          </p:cNvCxnSpPr>
          <p:nvPr/>
        </p:nvCxnSpPr>
        <p:spPr>
          <a:xfrm flipH="1">
            <a:off x="6953693" y="2819031"/>
            <a:ext cx="3136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C1F709-CE35-0EA7-95A1-0F0C2DCE8433}"/>
              </a:ext>
            </a:extLst>
          </p:cNvPr>
          <p:cNvSpPr txBox="1"/>
          <p:nvPr/>
        </p:nvSpPr>
        <p:spPr>
          <a:xfrm>
            <a:off x="7139760" y="2819031"/>
            <a:ext cx="2163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 Receiving market update</a:t>
            </a:r>
            <a:endParaRPr lang="en-AE" sz="11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5A38B9-C70C-2F08-7C22-4C7D975FDF05}"/>
              </a:ext>
            </a:extLst>
          </p:cNvPr>
          <p:cNvCxnSpPr>
            <a:cxnSpLocks/>
          </p:cNvCxnSpPr>
          <p:nvPr/>
        </p:nvCxnSpPr>
        <p:spPr>
          <a:xfrm>
            <a:off x="6539022" y="3264346"/>
            <a:ext cx="0" cy="1477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C3C273-3142-973C-D089-F5DB18DCB97F}"/>
              </a:ext>
            </a:extLst>
          </p:cNvPr>
          <p:cNvSpPr txBox="1"/>
          <p:nvPr/>
        </p:nvSpPr>
        <p:spPr>
          <a:xfrm rot="5400000">
            <a:off x="5619304" y="4184761"/>
            <a:ext cx="21849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2. Get Active strategies</a:t>
            </a:r>
            <a:endParaRPr lang="en-AE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22C652-B41E-288E-CBCA-D7D05A0E2E15}"/>
              </a:ext>
            </a:extLst>
          </p:cNvPr>
          <p:cNvSpPr/>
          <p:nvPr/>
        </p:nvSpPr>
        <p:spPr>
          <a:xfrm>
            <a:off x="4837815" y="472447"/>
            <a:ext cx="1977653" cy="829340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Capital Manager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F66AA6-0055-5493-263E-8A2B3152B43C}"/>
              </a:ext>
            </a:extLst>
          </p:cNvPr>
          <p:cNvCxnSpPr>
            <a:cxnSpLocks/>
          </p:cNvCxnSpPr>
          <p:nvPr/>
        </p:nvCxnSpPr>
        <p:spPr>
          <a:xfrm flipV="1">
            <a:off x="6539022" y="1408112"/>
            <a:ext cx="0" cy="876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B25003D-8796-7636-F4BA-096077FC08F7}"/>
              </a:ext>
            </a:extLst>
          </p:cNvPr>
          <p:cNvSpPr txBox="1"/>
          <p:nvPr/>
        </p:nvSpPr>
        <p:spPr>
          <a:xfrm rot="5400000">
            <a:off x="6067418" y="1851463"/>
            <a:ext cx="12971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  get  capital</a:t>
            </a:r>
            <a:endParaRPr lang="en-AE" sz="1100" dirty="0"/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BF24CAC1-2262-4EBB-729A-10ACC6C8490B}"/>
              </a:ext>
            </a:extLst>
          </p:cNvPr>
          <p:cNvSpPr/>
          <p:nvPr/>
        </p:nvSpPr>
        <p:spPr>
          <a:xfrm>
            <a:off x="198474" y="2009554"/>
            <a:ext cx="1297172" cy="1051220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/>
              <a:t>PAPER</a:t>
            </a:r>
          </a:p>
          <a:p>
            <a:pPr algn="ctr"/>
            <a:r>
              <a:rPr lang="en-AE" dirty="0"/>
              <a:t>https</a:t>
            </a:r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6CE4DF80-FED0-99AB-3B94-32BA52680C87}"/>
              </a:ext>
            </a:extLst>
          </p:cNvPr>
          <p:cNvSpPr/>
          <p:nvPr/>
        </p:nvSpPr>
        <p:spPr>
          <a:xfrm>
            <a:off x="198474" y="753359"/>
            <a:ext cx="1297172" cy="105122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solidFill>
                  <a:srgbClr val="FF0000"/>
                </a:solidFill>
              </a:rPr>
              <a:t>LIVE</a:t>
            </a:r>
          </a:p>
          <a:p>
            <a:pPr algn="ctr"/>
            <a:r>
              <a:rPr lang="en-AE" dirty="0">
                <a:solidFill>
                  <a:srgbClr val="FF0000"/>
                </a:solidFill>
              </a:rPr>
              <a:t>https</a:t>
            </a:r>
          </a:p>
        </p:txBody>
      </p:sp>
      <p:sp>
        <p:nvSpPr>
          <p:cNvPr id="33" name="Cloud 32">
            <a:extLst>
              <a:ext uri="{FF2B5EF4-FFF2-40B4-BE49-F238E27FC236}">
                <a16:creationId xmlns:a16="http://schemas.microsoft.com/office/drawing/2014/main" id="{1B61D261-57D6-4F25-7440-CA7D0F8C7A04}"/>
              </a:ext>
            </a:extLst>
          </p:cNvPr>
          <p:cNvSpPr/>
          <p:nvPr/>
        </p:nvSpPr>
        <p:spPr>
          <a:xfrm>
            <a:off x="198474" y="3264346"/>
            <a:ext cx="1371600" cy="1051220"/>
          </a:xfrm>
          <a:prstGeom prst="cloud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/>
              <a:t>LOCAL</a:t>
            </a:r>
          </a:p>
          <a:p>
            <a:pPr algn="ctr"/>
            <a:r>
              <a:rPr lang="en-AE" dirty="0"/>
              <a:t>http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AAEAC0-019C-F28F-BF41-E302D880313C}"/>
              </a:ext>
            </a:extLst>
          </p:cNvPr>
          <p:cNvCxnSpPr>
            <a:cxnSpLocks/>
          </p:cNvCxnSpPr>
          <p:nvPr/>
        </p:nvCxnSpPr>
        <p:spPr>
          <a:xfrm flipH="1">
            <a:off x="1616146" y="2630854"/>
            <a:ext cx="3136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973B8FE-94CA-7C92-AA4F-E713C83F6956}"/>
              </a:ext>
            </a:extLst>
          </p:cNvPr>
          <p:cNvSpPr txBox="1"/>
          <p:nvPr/>
        </p:nvSpPr>
        <p:spPr>
          <a:xfrm>
            <a:off x="1876694" y="2369244"/>
            <a:ext cx="2163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 </a:t>
            </a:r>
            <a:r>
              <a:rPr lang="en-US" sz="1100" dirty="0" err="1"/>
              <a:t>Invio</a:t>
            </a:r>
            <a:r>
              <a:rPr lang="en-US" sz="1100" dirty="0"/>
              <a:t> </a:t>
            </a:r>
            <a:r>
              <a:rPr lang="en-US" sz="1100" dirty="0" err="1"/>
              <a:t>ordine</a:t>
            </a:r>
            <a:r>
              <a:rPr lang="en-US" sz="1100" dirty="0"/>
              <a:t> di </a:t>
            </a:r>
            <a:r>
              <a:rPr lang="en-US" sz="1100" dirty="0" err="1"/>
              <a:t>acquisto</a:t>
            </a:r>
            <a:endParaRPr lang="en-AE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9C25F9-B9EA-D530-01AA-2A796B146801}"/>
              </a:ext>
            </a:extLst>
          </p:cNvPr>
          <p:cNvSpPr txBox="1"/>
          <p:nvPr/>
        </p:nvSpPr>
        <p:spPr>
          <a:xfrm rot="5400000">
            <a:off x="4914010" y="4209936"/>
            <a:ext cx="21849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8. Update Repository</a:t>
            </a:r>
            <a:endParaRPr lang="en-AE" sz="11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46293C4-586F-C7F5-9942-FBD413A4CBBC}"/>
              </a:ext>
            </a:extLst>
          </p:cNvPr>
          <p:cNvCxnSpPr>
            <a:cxnSpLocks/>
          </p:cNvCxnSpPr>
          <p:nvPr/>
        </p:nvCxnSpPr>
        <p:spPr>
          <a:xfrm>
            <a:off x="5830184" y="3223070"/>
            <a:ext cx="0" cy="1477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B30ED4F-CA8A-66D2-7EA5-96655B53C548}"/>
              </a:ext>
            </a:extLst>
          </p:cNvPr>
          <p:cNvSpPr/>
          <p:nvPr/>
        </p:nvSpPr>
        <p:spPr>
          <a:xfrm>
            <a:off x="7116727" y="440400"/>
            <a:ext cx="1977653" cy="829340"/>
          </a:xfrm>
          <a:prstGeom prst="rect">
            <a:avLst/>
          </a:prstGeom>
          <a:solidFill>
            <a:schemeClr val="accent5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Alerting Service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1648FF4-7B22-A179-A1FA-CAF4429B7BE4}"/>
              </a:ext>
            </a:extLst>
          </p:cNvPr>
          <p:cNvCxnSpPr/>
          <p:nvPr/>
        </p:nvCxnSpPr>
        <p:spPr>
          <a:xfrm rot="5400000" flipH="1" flipV="1">
            <a:off x="6784477" y="1445531"/>
            <a:ext cx="950916" cy="7272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4738BD2-2110-16F2-DC64-5F529AC1486A}"/>
              </a:ext>
            </a:extLst>
          </p:cNvPr>
          <p:cNvSpPr txBox="1"/>
          <p:nvPr/>
        </p:nvSpPr>
        <p:spPr>
          <a:xfrm>
            <a:off x="7623544" y="1425051"/>
            <a:ext cx="21849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9. </a:t>
            </a:r>
            <a:r>
              <a:rPr lang="en-US" sz="1100" dirty="0" err="1"/>
              <a:t>Invio</a:t>
            </a:r>
            <a:r>
              <a:rPr lang="en-US" sz="1100" dirty="0"/>
              <a:t> e-mail</a:t>
            </a:r>
            <a:endParaRPr lang="en-AE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0320A6-F289-516A-2347-AAE5EB24A16D}"/>
              </a:ext>
            </a:extLst>
          </p:cNvPr>
          <p:cNvSpPr/>
          <p:nvPr/>
        </p:nvSpPr>
        <p:spPr>
          <a:xfrm>
            <a:off x="3924523" y="472447"/>
            <a:ext cx="818702" cy="82934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SMA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0C4F9645-A72F-7DC2-C8AC-91EAF1E417D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93886" y="1521496"/>
            <a:ext cx="1064343" cy="823517"/>
          </a:xfrm>
          <a:prstGeom prst="bentConnector3">
            <a:avLst>
              <a:gd name="adj1" fmla="val 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F371CAA-D48D-57CD-FBD2-83037DA5AD79}"/>
              </a:ext>
            </a:extLst>
          </p:cNvPr>
          <p:cNvSpPr txBox="1"/>
          <p:nvPr/>
        </p:nvSpPr>
        <p:spPr>
          <a:xfrm>
            <a:off x="4014299" y="2076564"/>
            <a:ext cx="12227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 </a:t>
            </a:r>
            <a:r>
              <a:rPr lang="en-US" sz="1100" dirty="0" err="1"/>
              <a:t>Chiama</a:t>
            </a:r>
            <a:r>
              <a:rPr lang="en-US" sz="1100" dirty="0"/>
              <a:t> </a:t>
            </a:r>
            <a:r>
              <a:rPr lang="en-US" sz="1100" dirty="0" err="1"/>
              <a:t>Strategia</a:t>
            </a:r>
            <a:endParaRPr lang="en-AE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CEB2F0-493D-6DD0-BD14-B232BB9CAD29}"/>
              </a:ext>
            </a:extLst>
          </p:cNvPr>
          <p:cNvSpPr txBox="1"/>
          <p:nvPr/>
        </p:nvSpPr>
        <p:spPr>
          <a:xfrm>
            <a:off x="4256633" y="1668451"/>
            <a:ext cx="1619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5. BUY | SELL | HOLD</a:t>
            </a:r>
            <a:endParaRPr lang="en-AE" sz="1100" dirty="0"/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A48D247C-696C-459F-4836-586C6EB3BD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57702" y="1464553"/>
            <a:ext cx="851358" cy="698050"/>
          </a:xfrm>
          <a:prstGeom prst="bentConnector3">
            <a:avLst>
              <a:gd name="adj1" fmla="val 637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F22ABA4-8096-BB08-3A43-5D35574392AA}"/>
              </a:ext>
            </a:extLst>
          </p:cNvPr>
          <p:cNvSpPr/>
          <p:nvPr/>
        </p:nvSpPr>
        <p:spPr>
          <a:xfrm>
            <a:off x="2477386" y="472446"/>
            <a:ext cx="1297172" cy="797293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E" dirty="0"/>
              <a:t>CACHE MANAGER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73651DC-5138-A7BF-45D2-0E0842B44DCD}"/>
              </a:ext>
            </a:extLst>
          </p:cNvPr>
          <p:cNvCxnSpPr/>
          <p:nvPr/>
        </p:nvCxnSpPr>
        <p:spPr>
          <a:xfrm>
            <a:off x="3583172" y="142417"/>
            <a:ext cx="4311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4550F62-1F6E-1A21-E548-981572B92886}"/>
              </a:ext>
            </a:extLst>
          </p:cNvPr>
          <p:cNvCxnSpPr>
            <a:cxnSpLocks/>
          </p:cNvCxnSpPr>
          <p:nvPr/>
        </p:nvCxnSpPr>
        <p:spPr>
          <a:xfrm>
            <a:off x="4014299" y="138223"/>
            <a:ext cx="0" cy="308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36CF0B5-4B38-447A-C21D-3B98F4400612}"/>
              </a:ext>
            </a:extLst>
          </p:cNvPr>
          <p:cNvCxnSpPr>
            <a:cxnSpLocks/>
          </p:cNvCxnSpPr>
          <p:nvPr/>
        </p:nvCxnSpPr>
        <p:spPr>
          <a:xfrm>
            <a:off x="3583172" y="138223"/>
            <a:ext cx="0" cy="334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BA93F84-40C9-9001-6D17-0D8522EB924D}"/>
              </a:ext>
            </a:extLst>
          </p:cNvPr>
          <p:cNvSpPr txBox="1"/>
          <p:nvPr/>
        </p:nvSpPr>
        <p:spPr>
          <a:xfrm>
            <a:off x="4040422" y="43726"/>
            <a:ext cx="10938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4a. </a:t>
            </a:r>
            <a:r>
              <a:rPr lang="en-US" sz="1100" dirty="0" err="1"/>
              <a:t>Recupera</a:t>
            </a:r>
            <a:r>
              <a:rPr lang="en-US" sz="1100" dirty="0"/>
              <a:t> </a:t>
            </a:r>
            <a:r>
              <a:rPr lang="en-US" sz="1100" dirty="0" err="1"/>
              <a:t>Candele</a:t>
            </a:r>
            <a:endParaRPr lang="en-AE" sz="1100" dirty="0"/>
          </a:p>
        </p:txBody>
      </p:sp>
    </p:spTree>
    <p:extLst>
      <p:ext uri="{BB962C8B-B14F-4D97-AF65-F5344CB8AC3E}">
        <p14:creationId xmlns:p14="http://schemas.microsoft.com/office/powerpoint/2010/main" val="393830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69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Esposito</dc:creator>
  <cp:lastModifiedBy>Vincenzo Esposito</cp:lastModifiedBy>
  <cp:revision>1</cp:revision>
  <dcterms:created xsi:type="dcterms:W3CDTF">2025-05-07T13:07:24Z</dcterms:created>
  <dcterms:modified xsi:type="dcterms:W3CDTF">2025-05-07T13:37:37Z</dcterms:modified>
</cp:coreProperties>
</file>